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40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93"/>
  </p:notesMasterIdLst>
  <p:sldIdLst>
    <p:sldId id="291" r:id="rId17"/>
    <p:sldId id="356" r:id="rId18"/>
    <p:sldId id="358" r:id="rId19"/>
    <p:sldId id="359" r:id="rId20"/>
    <p:sldId id="375" r:id="rId27"/>
    <p:sldId id="376" r:id="rId28"/>
    <p:sldId id="377" r:id="rId29"/>
    <p:sldId id="379" r:id="rId31"/>
    <p:sldId id="380" r:id="rId32"/>
    <p:sldId id="385" r:id="rId36"/>
    <p:sldId id="386" r:id="rId37"/>
    <p:sldId id="389" r:id="rId40"/>
    <p:sldId id="392" r:id="rId43"/>
    <p:sldId id="440" r:id="rId50"/>
  </p:sldIdLst>
  <p:sldSz cx="9144000" cy="5143500" type="screen16x9"/>
  <p:notesSz cx="6858000" cy="9144000"/>
  <p:embeddedFontLs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Poppins SemiBold" pitchFamily="2" charset="77"/>
      <p:regular r:id="rId98"/>
      <p:bold r:id="rId99"/>
      <p:italic r:id="rId100"/>
      <p:boldItalic r:id="rId10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102" Type="http://schemas.openxmlformats.org/officeDocument/2006/relationships/presProps" Target="presProps.xml"/><Relationship Id="rId95" Type="http://schemas.openxmlformats.org/officeDocument/2006/relationships/font" Target="fonts/font2.fntdata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17" Type="http://schemas.openxmlformats.org/officeDocument/2006/relationships/slide" Target="slides/slide14.xml"/><Relationship Id="rId103" Type="http://schemas.openxmlformats.org/officeDocument/2006/relationships/viewProps" Target="viewProps.xml"/><Relationship Id="rId20" Type="http://schemas.openxmlformats.org/officeDocument/2006/relationships/slide" Target="slides/slide17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31" Type="http://schemas.openxmlformats.org/officeDocument/2006/relationships/slide" Target="slides/slide28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Relationship Id="rId18" Type="http://schemas.openxmlformats.org/officeDocument/2006/relationships/slide" Target="slides/slide15.xml"/><Relationship Id="rId50" Type="http://schemas.openxmlformats.org/officeDocument/2006/relationships/slide" Target="slides/slide47.xml"/><Relationship Id="rId97" Type="http://schemas.openxmlformats.org/officeDocument/2006/relationships/font" Target="fonts/font4.fntdata"/><Relationship Id="rId104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40" Type="http://schemas.openxmlformats.org/officeDocument/2006/relationships/slide" Target="slides/slide37.xml"/><Relationship Id="rId19" Type="http://schemas.openxmlformats.org/officeDocument/2006/relationships/slide" Target="slides/slide16.xml"/><Relationship Id="rId100" Type="http://schemas.openxmlformats.org/officeDocument/2006/relationships/font" Target="fonts/font7.fntdata"/><Relationship Id="rId105" Type="http://schemas.openxmlformats.org/officeDocument/2006/relationships/tableStyles" Target="tableStyles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be6e1fd042_18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2be6e1fd042_18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be6e1fd042_2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g2be6e1fd042_2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be6e1fd042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g2be6e1fd042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be6e1fd042_26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g2be6e1fd042_26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2be6e1fd042_2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g2be6e1fd042_2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be6e1fd042_22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g2be6e1fd042_2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be6e1fd042_22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g2be6e1fd042_2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be6e1fd042_22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g2be6e1fd042_22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be6e1fd042_22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4" name="Google Shape;1804;g2be6e1fd042_22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be6e1fd042_22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g2be6e1fd042_22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be6e1fd042_22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g2be6e1fd042_22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be6e1fd042_22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g2be6e1fd042_22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be6e1fd042_22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9" name="Google Shape;1979;g2be6e1fd042_22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2be6e1fd042_22_1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7" name="Google Shape;3007;g2be6e1fd042_22_1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14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59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59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7" name="Google Shape;87;p20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21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28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59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59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5" name="Google Shape;125;p29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1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1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0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2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31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18" cy="359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3" r:id="rId4"/>
    <p:sldLayoutId id="2147483665" r:id="rId5"/>
    <p:sldLayoutId id="2147483666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18" cy="359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pn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8"/>
          <p:cNvSpPr txBox="1">
            <a:spLocks noGrp="1"/>
          </p:cNvSpPr>
          <p:nvPr>
            <p:ph type="title"/>
          </p:nvPr>
        </p:nvSpPr>
        <p:spPr>
          <a:xfrm>
            <a:off x="306388" y="1768475"/>
            <a:ext cx="5738812" cy="92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b="0"/>
              <a:t xml:space="preserve">This is a template. </a:t>
            </a:r>
            <a:br>
              <a:rPr lang="en" b="0"/>
            </a:br>
            <a:r>
              <a:rPr lang="en" b="0"/>
              <a:t xml:space="preserve">Presentation title goes here. </a:t>
            </a:r>
            <a:endParaRPr/>
          </a:p>
        </p:txBody>
      </p:sp>
      <p:sp>
        <p:nvSpPr>
          <p:cNvPr id="560" name="Google Shape;560;p68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Speaker name, position, company</a:t>
            </a:r>
            <a:endParaRPr/>
          </a:p>
        </p:txBody>
      </p:sp>
      <p:sp>
        <p:nvSpPr>
          <p:cNvPr id="561" name="Google Shape;561;p68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XX.XX.2024</a:t>
            </a:r>
            <a:endParaRPr/>
          </a:p>
        </p:txBody>
      </p:sp>
      <p:sp>
        <p:nvSpPr>
          <p:cNvPr id="562" name="Google Shape;562;p68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"/>
              <a:t xml:space="preserve">And also a subheadline that </a:t>
            </a:r>
            <a:br>
              <a:rPr lang="en"/>
            </a:br>
            <a:r>
              <a:rPr lang="en"/>
              <a:t>is really awesome.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Divider Page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Title 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Subheadline Lorem ipsum </a:t>
            </a:r>
            <a:b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delores Lorem ipsum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3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an agenda</a:t>
            </a:r>
            <a:endParaRPr/>
          </a:p>
        </p:txBody>
      </p:sp>
      <p:sp>
        <p:nvSpPr>
          <p:cNvPr id="1182" name="Google Shape;1182;p135"/>
          <p:cNvSpPr txBox="1"/>
          <p:nvPr/>
        </p:nvSpPr>
        <p:spPr>
          <a:xfrm>
            <a:off x="307138" y="1856889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/>
          </a:p>
        </p:txBody>
      </p:sp>
      <p:sp>
        <p:nvSpPr>
          <p:cNvPr id="1183" name="Google Shape;1183;p135"/>
          <p:cNvSpPr txBox="1"/>
          <p:nvPr/>
        </p:nvSpPr>
        <p:spPr>
          <a:xfrm>
            <a:off x="939067" y="1937681"/>
            <a:ext cx="34169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second topic.</a:t>
            </a:r>
            <a:endParaRPr/>
          </a:p>
        </p:txBody>
      </p:sp>
      <p:sp>
        <p:nvSpPr>
          <p:cNvPr id="1184" name="Google Shape;1184;p135"/>
          <p:cNvSpPr txBox="1"/>
          <p:nvPr/>
        </p:nvSpPr>
        <p:spPr>
          <a:xfrm>
            <a:off x="307134" y="2609370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/>
          </a:p>
        </p:txBody>
      </p:sp>
      <p:sp>
        <p:nvSpPr>
          <p:cNvPr id="1185" name="Google Shape;1185;p135"/>
          <p:cNvSpPr txBox="1"/>
          <p:nvPr/>
        </p:nvSpPr>
        <p:spPr>
          <a:xfrm>
            <a:off x="939067" y="2597827"/>
            <a:ext cx="34169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This is the third topic. </a:t>
            </a:r>
            <a:b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</a:b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It has a second line.</a:t>
            </a:r>
            <a:endParaRPr/>
          </a:p>
        </p:txBody>
      </p:sp>
      <p:sp>
        <p:nvSpPr>
          <p:cNvPr id="1186" name="Google Shape;1186;p135"/>
          <p:cNvSpPr txBox="1"/>
          <p:nvPr/>
        </p:nvSpPr>
        <p:spPr>
          <a:xfrm>
            <a:off x="307134" y="1104407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/>
          </a:p>
        </p:txBody>
      </p:sp>
      <p:sp>
        <p:nvSpPr>
          <p:cNvPr id="1187" name="Google Shape;1187;p135"/>
          <p:cNvSpPr txBox="1"/>
          <p:nvPr/>
        </p:nvSpPr>
        <p:spPr>
          <a:xfrm>
            <a:off x="939067" y="1185198"/>
            <a:ext cx="34169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first topic.</a:t>
            </a:r>
            <a:endParaRPr/>
          </a:p>
        </p:txBody>
      </p:sp>
      <p:sp>
        <p:nvSpPr>
          <p:cNvPr id="1188" name="Google Shape;1188;p135"/>
          <p:cNvSpPr txBox="1"/>
          <p:nvPr/>
        </p:nvSpPr>
        <p:spPr>
          <a:xfrm>
            <a:off x="307134" y="3361851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  <a:endParaRPr/>
          </a:p>
        </p:txBody>
      </p:sp>
      <p:sp>
        <p:nvSpPr>
          <p:cNvPr id="1189" name="Google Shape;1189;p135"/>
          <p:cNvSpPr txBox="1"/>
          <p:nvPr/>
        </p:nvSpPr>
        <p:spPr>
          <a:xfrm>
            <a:off x="939067" y="3442637"/>
            <a:ext cx="34169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fourth topic.</a:t>
            </a:r>
            <a:endParaRPr/>
          </a:p>
        </p:txBody>
      </p:sp>
      <p:grpSp>
        <p:nvGrpSpPr>
          <p:cNvPr id="1190" name="Google Shape;1190;p135"/>
          <p:cNvGrpSpPr/>
          <p:nvPr/>
        </p:nvGrpSpPr>
        <p:grpSpPr>
          <a:xfrm>
            <a:off x="307134" y="1653772"/>
            <a:ext cx="4048863" cy="1504963"/>
            <a:chOff x="307134" y="1653772"/>
            <a:chExt cx="7089430" cy="1504963"/>
          </a:xfrm>
        </p:grpSpPr>
        <p:cxnSp>
          <p:nvCxnSpPr>
            <p:cNvPr id="1191" name="Google Shape;1191;p135"/>
            <p:cNvCxnSpPr/>
            <p:nvPr/>
          </p:nvCxnSpPr>
          <p:spPr>
            <a:xfrm>
              <a:off x="307134" y="1653772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2" name="Google Shape;1192;p135"/>
            <p:cNvCxnSpPr/>
            <p:nvPr/>
          </p:nvCxnSpPr>
          <p:spPr>
            <a:xfrm>
              <a:off x="307135" y="2406254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3" name="Google Shape;1193;p135"/>
            <p:cNvCxnSpPr/>
            <p:nvPr/>
          </p:nvCxnSpPr>
          <p:spPr>
            <a:xfrm>
              <a:off x="307135" y="3158735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4" name="Google Shape;1194;p135"/>
          <p:cNvSpPr txBox="1"/>
          <p:nvPr/>
        </p:nvSpPr>
        <p:spPr>
          <a:xfrm>
            <a:off x="4788004" y="1856889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</a:t>
            </a:r>
            <a:endParaRPr/>
          </a:p>
        </p:txBody>
      </p:sp>
      <p:sp>
        <p:nvSpPr>
          <p:cNvPr id="1195" name="Google Shape;1195;p135"/>
          <p:cNvSpPr txBox="1"/>
          <p:nvPr/>
        </p:nvSpPr>
        <p:spPr>
          <a:xfrm>
            <a:off x="5419933" y="1937681"/>
            <a:ext cx="34176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sixth topic.</a:t>
            </a:r>
            <a:endParaRPr/>
          </a:p>
        </p:txBody>
      </p:sp>
      <p:sp>
        <p:nvSpPr>
          <p:cNvPr id="1196" name="Google Shape;1196;p135"/>
          <p:cNvSpPr txBox="1"/>
          <p:nvPr/>
        </p:nvSpPr>
        <p:spPr>
          <a:xfrm>
            <a:off x="4788000" y="2609370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07</a:t>
            </a:r>
            <a:endParaRPr/>
          </a:p>
        </p:txBody>
      </p:sp>
      <p:sp>
        <p:nvSpPr>
          <p:cNvPr id="1197" name="Google Shape;1197;p135"/>
          <p:cNvSpPr txBox="1"/>
          <p:nvPr/>
        </p:nvSpPr>
        <p:spPr>
          <a:xfrm>
            <a:off x="5419933" y="2690160"/>
            <a:ext cx="34176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seventh topic.</a:t>
            </a:r>
            <a:endParaRPr/>
          </a:p>
        </p:txBody>
      </p:sp>
      <p:sp>
        <p:nvSpPr>
          <p:cNvPr id="1198" name="Google Shape;1198;p135"/>
          <p:cNvSpPr txBox="1"/>
          <p:nvPr/>
        </p:nvSpPr>
        <p:spPr>
          <a:xfrm>
            <a:off x="4788000" y="1104407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</a:t>
            </a:r>
            <a:endParaRPr/>
          </a:p>
        </p:txBody>
      </p:sp>
      <p:sp>
        <p:nvSpPr>
          <p:cNvPr id="1199" name="Google Shape;1199;p135"/>
          <p:cNvSpPr txBox="1"/>
          <p:nvPr/>
        </p:nvSpPr>
        <p:spPr>
          <a:xfrm>
            <a:off x="5419933" y="1092865"/>
            <a:ext cx="34176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This is the fifth topic. </a:t>
            </a:r>
            <a:b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</a:b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It has a second line.</a:t>
            </a:r>
            <a:endParaRPr/>
          </a:p>
        </p:txBody>
      </p:sp>
      <p:sp>
        <p:nvSpPr>
          <p:cNvPr id="1200" name="Google Shape;1200;p135"/>
          <p:cNvSpPr txBox="1"/>
          <p:nvPr/>
        </p:nvSpPr>
        <p:spPr>
          <a:xfrm>
            <a:off x="4788000" y="3361851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08</a:t>
            </a:r>
            <a:endParaRPr/>
          </a:p>
        </p:txBody>
      </p:sp>
      <p:sp>
        <p:nvSpPr>
          <p:cNvPr id="1201" name="Google Shape;1201;p135"/>
          <p:cNvSpPr txBox="1"/>
          <p:nvPr/>
        </p:nvSpPr>
        <p:spPr>
          <a:xfrm>
            <a:off x="5419933" y="3442637"/>
            <a:ext cx="34176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the eighth topic.</a:t>
            </a:r>
            <a:endParaRPr/>
          </a:p>
        </p:txBody>
      </p:sp>
      <p:grpSp>
        <p:nvGrpSpPr>
          <p:cNvPr id="1202" name="Google Shape;1202;p135"/>
          <p:cNvGrpSpPr/>
          <p:nvPr/>
        </p:nvGrpSpPr>
        <p:grpSpPr>
          <a:xfrm>
            <a:off x="4788000" y="1653772"/>
            <a:ext cx="4049613" cy="1504963"/>
            <a:chOff x="307134" y="1653772"/>
            <a:chExt cx="7089430" cy="1504963"/>
          </a:xfrm>
        </p:grpSpPr>
        <p:cxnSp>
          <p:nvCxnSpPr>
            <p:cNvPr id="1203" name="Google Shape;1203;p135"/>
            <p:cNvCxnSpPr/>
            <p:nvPr/>
          </p:nvCxnSpPr>
          <p:spPr>
            <a:xfrm>
              <a:off x="307134" y="1653772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4" name="Google Shape;1204;p135"/>
            <p:cNvCxnSpPr/>
            <p:nvPr/>
          </p:nvCxnSpPr>
          <p:spPr>
            <a:xfrm>
              <a:off x="307135" y="2406254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5" name="Google Shape;1205;p135"/>
            <p:cNvCxnSpPr/>
            <p:nvPr/>
          </p:nvCxnSpPr>
          <p:spPr>
            <a:xfrm>
              <a:off x="307135" y="3158735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36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an agenda</a:t>
            </a:r>
            <a:endParaRPr/>
          </a:p>
        </p:txBody>
      </p:sp>
      <p:sp>
        <p:nvSpPr>
          <p:cNvPr id="1211" name="Google Shape;1211;p136"/>
          <p:cNvSpPr txBox="1"/>
          <p:nvPr/>
        </p:nvSpPr>
        <p:spPr>
          <a:xfrm>
            <a:off x="307138" y="1856889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/>
          </a:p>
        </p:txBody>
      </p:sp>
      <p:sp>
        <p:nvSpPr>
          <p:cNvPr id="1212" name="Google Shape;1212;p136"/>
          <p:cNvSpPr txBox="1"/>
          <p:nvPr/>
        </p:nvSpPr>
        <p:spPr>
          <a:xfrm>
            <a:off x="307134" y="2609370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/>
          </a:p>
        </p:txBody>
      </p:sp>
      <p:sp>
        <p:nvSpPr>
          <p:cNvPr id="1213" name="Google Shape;1213;p136"/>
          <p:cNvSpPr txBox="1"/>
          <p:nvPr/>
        </p:nvSpPr>
        <p:spPr>
          <a:xfrm>
            <a:off x="307134" y="1104407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/>
          </a:p>
        </p:txBody>
      </p:sp>
      <p:sp>
        <p:nvSpPr>
          <p:cNvPr id="1214" name="Google Shape;1214;p136"/>
          <p:cNvSpPr txBox="1"/>
          <p:nvPr/>
        </p:nvSpPr>
        <p:spPr>
          <a:xfrm>
            <a:off x="307134" y="3361851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  <a:endParaRPr/>
          </a:p>
        </p:txBody>
      </p:sp>
      <p:sp>
        <p:nvSpPr>
          <p:cNvPr id="1215" name="Google Shape;1215;p136"/>
          <p:cNvSpPr txBox="1"/>
          <p:nvPr/>
        </p:nvSpPr>
        <p:spPr>
          <a:xfrm>
            <a:off x="939067" y="1937681"/>
            <a:ext cx="420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This is the first topic.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36"/>
          <p:cNvSpPr txBox="1"/>
          <p:nvPr/>
        </p:nvSpPr>
        <p:spPr>
          <a:xfrm>
            <a:off x="939067" y="2690160"/>
            <a:ext cx="420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This is the first topic.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7" name="Google Shape;1217;p136"/>
          <p:cNvSpPr txBox="1"/>
          <p:nvPr/>
        </p:nvSpPr>
        <p:spPr>
          <a:xfrm>
            <a:off x="939067" y="1185198"/>
            <a:ext cx="420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This is the first topic.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8" name="Google Shape;1218;p136"/>
          <p:cNvSpPr txBox="1"/>
          <p:nvPr/>
        </p:nvSpPr>
        <p:spPr>
          <a:xfrm>
            <a:off x="939067" y="3442637"/>
            <a:ext cx="420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This is the first topic.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19" name="Google Shape;1219;p136"/>
          <p:cNvGrpSpPr/>
          <p:nvPr/>
        </p:nvGrpSpPr>
        <p:grpSpPr>
          <a:xfrm>
            <a:off x="307135" y="1653772"/>
            <a:ext cx="4840308" cy="1504963"/>
            <a:chOff x="307134" y="1653772"/>
            <a:chExt cx="4048863" cy="1504963"/>
          </a:xfrm>
        </p:grpSpPr>
        <p:cxnSp>
          <p:nvCxnSpPr>
            <p:cNvPr id="1220" name="Google Shape;1220;p136"/>
            <p:cNvCxnSpPr/>
            <p:nvPr/>
          </p:nvCxnSpPr>
          <p:spPr>
            <a:xfrm>
              <a:off x="307134" y="1653772"/>
              <a:ext cx="404886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1" name="Google Shape;1221;p136"/>
            <p:cNvCxnSpPr/>
            <p:nvPr/>
          </p:nvCxnSpPr>
          <p:spPr>
            <a:xfrm>
              <a:off x="307135" y="2406254"/>
              <a:ext cx="404886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2" name="Google Shape;1222;p136"/>
            <p:cNvCxnSpPr/>
            <p:nvPr/>
          </p:nvCxnSpPr>
          <p:spPr>
            <a:xfrm>
              <a:off x="307135" y="3158735"/>
              <a:ext cx="404886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52"/>
          <p:cNvSpPr txBox="1">
            <a:spLocks noGrp="1"/>
          </p:cNvSpPr>
          <p:nvPr>
            <p:ph type="title"/>
          </p:nvPr>
        </p:nvSpPr>
        <p:spPr>
          <a:xfrm>
            <a:off x="365891" y="2762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 headline for a two-column layout</a:t>
            </a:r>
            <a:endParaRPr/>
          </a:p>
        </p:txBody>
      </p:sp>
      <p:sp>
        <p:nvSpPr>
          <p:cNvPr id="1613" name="Google Shape;1613;p152"/>
          <p:cNvSpPr txBox="1"/>
          <p:nvPr/>
        </p:nvSpPr>
        <p:spPr>
          <a:xfrm>
            <a:off x="30599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14" name="Google Shape;1614;p152"/>
          <p:cNvSpPr txBox="1"/>
          <p:nvPr/>
        </p:nvSpPr>
        <p:spPr>
          <a:xfrm>
            <a:off x="475195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15" name="Google Shape;1615;p152"/>
          <p:cNvGrpSpPr/>
          <p:nvPr/>
        </p:nvGrpSpPr>
        <p:grpSpPr>
          <a:xfrm>
            <a:off x="305990" y="2258933"/>
            <a:ext cx="4086059" cy="1133371"/>
            <a:chOff x="322301" y="2526073"/>
            <a:chExt cx="4087181" cy="1127002"/>
          </a:xfrm>
        </p:grpSpPr>
        <p:grpSp>
          <p:nvGrpSpPr>
            <p:cNvPr id="1616" name="Google Shape;161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17" name="Google Shape;161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18" name="Google Shape;161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9" name="Google Shape;161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20" name="Google Shape;162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1" name="Google Shape;162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2" name="Google Shape;162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23" name="Google Shape;162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4" name="Google Shape;162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25" name="Google Shape;1625;p152"/>
          <p:cNvGrpSpPr/>
          <p:nvPr/>
        </p:nvGrpSpPr>
        <p:grpSpPr>
          <a:xfrm>
            <a:off x="4751951" y="2258933"/>
            <a:ext cx="4086059" cy="1133371"/>
            <a:chOff x="322301" y="2526073"/>
            <a:chExt cx="4087181" cy="1127002"/>
          </a:xfrm>
        </p:grpSpPr>
        <p:grpSp>
          <p:nvGrpSpPr>
            <p:cNvPr id="1626" name="Google Shape;162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27" name="Google Shape;162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8" name="Google Shape;162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9" name="Google Shape;162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30" name="Google Shape;163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1" name="Google Shape;163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2" name="Google Shape;163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33" name="Google Shape;163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4" name="Google Shape;163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 headline for a three-column layout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5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 headline for a four-column layout</a:t>
            </a:r>
            <a:endParaRPr/>
          </a:p>
        </p:txBody>
      </p:sp>
      <p:sp>
        <p:nvSpPr>
          <p:cNvPr id="1677" name="Google Shape;1677;p154"/>
          <p:cNvSpPr txBox="1"/>
          <p:nvPr/>
        </p:nvSpPr>
        <p:spPr>
          <a:xfrm>
            <a:off x="305991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78" name="Google Shape;1678;p154"/>
          <p:cNvGrpSpPr/>
          <p:nvPr/>
        </p:nvGrpSpPr>
        <p:grpSpPr>
          <a:xfrm>
            <a:off x="305991" y="2258935"/>
            <a:ext cx="1863004" cy="1133381"/>
            <a:chOff x="322301" y="2526067"/>
            <a:chExt cx="4087181" cy="1127008"/>
          </a:xfrm>
        </p:grpSpPr>
        <p:grpSp>
          <p:nvGrpSpPr>
            <p:cNvPr id="1679" name="Google Shape;1679;p154"/>
            <p:cNvGrpSpPr/>
            <p:nvPr/>
          </p:nvGrpSpPr>
          <p:grpSpPr>
            <a:xfrm>
              <a:off x="322301" y="2526067"/>
              <a:ext cx="4087181" cy="218712"/>
              <a:chOff x="315951" y="3029315"/>
              <a:chExt cx="2627300" cy="218712"/>
            </a:xfrm>
          </p:grpSpPr>
          <p:cxnSp>
            <p:nvCxnSpPr>
              <p:cNvPr id="1680" name="Google Shape;1680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1" name="Google Shape;1681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2" name="Google Shape;1682;p154"/>
            <p:cNvGrpSpPr/>
            <p:nvPr/>
          </p:nvGrpSpPr>
          <p:grpSpPr>
            <a:xfrm>
              <a:off x="322301" y="2980213"/>
              <a:ext cx="4087181" cy="218712"/>
              <a:chOff x="315951" y="3029315"/>
              <a:chExt cx="2627300" cy="218712"/>
            </a:xfrm>
          </p:grpSpPr>
          <p:cxnSp>
            <p:nvCxnSpPr>
              <p:cNvPr id="1683" name="Google Shape;1683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4" name="Google Shape;1684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5" name="Google Shape;1685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86" name="Google Shape;1686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7" name="Google Shape;1687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688" name="Google Shape;1688;p154"/>
          <p:cNvSpPr txBox="1"/>
          <p:nvPr/>
        </p:nvSpPr>
        <p:spPr>
          <a:xfrm>
            <a:off x="2528995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89" name="Google Shape;1689;p154"/>
          <p:cNvGrpSpPr/>
          <p:nvPr/>
        </p:nvGrpSpPr>
        <p:grpSpPr>
          <a:xfrm>
            <a:off x="2528995" y="2258941"/>
            <a:ext cx="1863004" cy="219949"/>
            <a:chOff x="315951" y="3029315"/>
            <a:chExt cx="2627300" cy="218712"/>
          </a:xfrm>
        </p:grpSpPr>
        <p:cxnSp>
          <p:nvCxnSpPr>
            <p:cNvPr id="1690" name="Google Shape;1690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1" name="Google Shape;1691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2" name="Google Shape;1692;p154"/>
          <p:cNvGrpSpPr/>
          <p:nvPr/>
        </p:nvGrpSpPr>
        <p:grpSpPr>
          <a:xfrm>
            <a:off x="2528995" y="2715653"/>
            <a:ext cx="1863004" cy="219949"/>
            <a:chOff x="315951" y="3029315"/>
            <a:chExt cx="2627300" cy="218712"/>
          </a:xfrm>
        </p:grpSpPr>
        <p:cxnSp>
          <p:nvCxnSpPr>
            <p:cNvPr id="1693" name="Google Shape;1693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4" name="Google Shape;1694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5" name="Google Shape;1695;p154"/>
          <p:cNvGrpSpPr/>
          <p:nvPr/>
        </p:nvGrpSpPr>
        <p:grpSpPr>
          <a:xfrm>
            <a:off x="2528995" y="3172364"/>
            <a:ext cx="1863004" cy="219949"/>
            <a:chOff x="315951" y="3029315"/>
            <a:chExt cx="2627300" cy="218712"/>
          </a:xfrm>
        </p:grpSpPr>
        <p:cxnSp>
          <p:nvCxnSpPr>
            <p:cNvPr id="1696" name="Google Shape;1696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7" name="Google Shape;1697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98" name="Google Shape;1698;p154"/>
          <p:cNvSpPr txBox="1"/>
          <p:nvPr/>
        </p:nvSpPr>
        <p:spPr>
          <a:xfrm>
            <a:off x="6975004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99" name="Google Shape;1699;p154"/>
          <p:cNvGrpSpPr/>
          <p:nvPr/>
        </p:nvGrpSpPr>
        <p:grpSpPr>
          <a:xfrm>
            <a:off x="6975004" y="2258933"/>
            <a:ext cx="1863004" cy="1133371"/>
            <a:chOff x="322301" y="2526073"/>
            <a:chExt cx="4087181" cy="1127002"/>
          </a:xfrm>
        </p:grpSpPr>
        <p:grpSp>
          <p:nvGrpSpPr>
            <p:cNvPr id="1700" name="Google Shape;1700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01" name="Google Shape;1701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2" name="Google Shape;1702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3" name="Google Shape;1703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04" name="Google Shape;1704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5" name="Google Shape;1705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6" name="Google Shape;1706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07" name="Google Shape;1707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8" name="Google Shape;1708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709" name="Google Shape;1709;p154"/>
          <p:cNvSpPr txBox="1"/>
          <p:nvPr/>
        </p:nvSpPr>
        <p:spPr>
          <a:xfrm>
            <a:off x="4751999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Xxx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10" name="Google Shape;1710;p154"/>
          <p:cNvGrpSpPr/>
          <p:nvPr/>
        </p:nvGrpSpPr>
        <p:grpSpPr>
          <a:xfrm>
            <a:off x="4751999" y="2258933"/>
            <a:ext cx="1863004" cy="1133371"/>
            <a:chOff x="322301" y="2526073"/>
            <a:chExt cx="4087181" cy="1127002"/>
          </a:xfrm>
        </p:grpSpPr>
        <p:grpSp>
          <p:nvGrpSpPr>
            <p:cNvPr id="1711" name="Google Shape;1711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12" name="Google Shape;1712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3" name="Google Shape;1713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4" name="Google Shape;1714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15" name="Google Shape;1715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6" name="Google Shape;1716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7" name="Google Shape;1717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18" name="Google Shape;1718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9" name="Google Shape;1719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Xxx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" name="Google Shape;1781;p156" descr="Ein Bild, das Person, Menschliches Gesicht, Gebäude, Kleidung enthält.  Automatisch generierte Beschreibung"/>
          <p:cNvPicPr preferRelativeResize="0"/>
          <p:nvPr/>
        </p:nvPicPr>
        <p:blipFill rotWithShape="1">
          <a:blip r:embed="rId3">
            <a:alphaModFix/>
          </a:blip>
          <a:srcRect l="18006" t="23030" b="5022"/>
          <a:stretch/>
        </p:blipFill>
        <p:spPr>
          <a:xfrm>
            <a:off x="5237747" y="1"/>
            <a:ext cx="39062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156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text with an image</a:t>
            </a:r>
            <a:endParaRPr/>
          </a:p>
        </p:txBody>
      </p:sp>
      <p:pic>
        <p:nvPicPr>
          <p:cNvPr id="1783" name="Google Shape;1783;p1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4" name="Google Shape;1784;p156"/>
          <p:cNvGrpSpPr/>
          <p:nvPr/>
        </p:nvGrpSpPr>
        <p:grpSpPr>
          <a:xfrm>
            <a:off x="305980" y="1563986"/>
            <a:ext cx="4086132" cy="219936"/>
            <a:chOff x="315951" y="3029315"/>
            <a:chExt cx="2627400" cy="218689"/>
          </a:xfrm>
        </p:grpSpPr>
        <p:cxnSp>
          <p:nvCxnSpPr>
            <p:cNvPr id="1785" name="Google Shape;1785;p156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86" name="Google Shape;1786;p156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87" name="Google Shape;1787;p156"/>
          <p:cNvGrpSpPr/>
          <p:nvPr/>
        </p:nvGrpSpPr>
        <p:grpSpPr>
          <a:xfrm>
            <a:off x="4866253" y="1060450"/>
            <a:ext cx="1451458" cy="1290000"/>
            <a:chOff x="4751953" y="1060450"/>
            <a:chExt cx="1451458" cy="1290000"/>
          </a:xfrm>
        </p:grpSpPr>
        <p:sp>
          <p:nvSpPr>
            <p:cNvPr id="1788" name="Google Shape;1788;p156"/>
            <p:cNvSpPr/>
            <p:nvPr/>
          </p:nvSpPr>
          <p:spPr>
            <a:xfrm>
              <a:off x="4751953" y="1060450"/>
              <a:ext cx="1290000" cy="1290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Right click me and choose a different picture!</a:t>
              </a:r>
              <a:endParaRPr/>
            </a:p>
          </p:txBody>
        </p:sp>
        <p:sp>
          <p:nvSpPr>
            <p:cNvPr id="1789" name="Google Shape;1789;p156"/>
            <p:cNvSpPr/>
            <p:nvPr/>
          </p:nvSpPr>
          <p:spPr>
            <a:xfrm rot="5400000">
              <a:off x="5961161" y="1961604"/>
              <a:ext cx="323100" cy="161400"/>
            </a:xfrm>
            <a:prstGeom prst="triangle">
              <a:avLst>
                <a:gd name="adj" fmla="val 1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0" name="Google Shape;1790;p156"/>
          <p:cNvGrpSpPr/>
          <p:nvPr/>
        </p:nvGrpSpPr>
        <p:grpSpPr>
          <a:xfrm>
            <a:off x="305980" y="2143935"/>
            <a:ext cx="4086132" cy="219936"/>
            <a:chOff x="315951" y="3029315"/>
            <a:chExt cx="2627400" cy="218689"/>
          </a:xfrm>
        </p:grpSpPr>
        <p:cxnSp>
          <p:nvCxnSpPr>
            <p:cNvPr id="1791" name="Google Shape;1791;p156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92" name="Google Shape;1792;p156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3" name="Google Shape;1793;p156"/>
          <p:cNvGrpSpPr/>
          <p:nvPr/>
        </p:nvGrpSpPr>
        <p:grpSpPr>
          <a:xfrm>
            <a:off x="305980" y="2723884"/>
            <a:ext cx="4086132" cy="219936"/>
            <a:chOff x="315951" y="3029315"/>
            <a:chExt cx="2627400" cy="218689"/>
          </a:xfrm>
        </p:grpSpPr>
        <p:cxnSp>
          <p:nvCxnSpPr>
            <p:cNvPr id="1794" name="Google Shape;1794;p156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95" name="Google Shape;1795;p156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6" name="Google Shape;1796;p156"/>
          <p:cNvGrpSpPr/>
          <p:nvPr/>
        </p:nvGrpSpPr>
        <p:grpSpPr>
          <a:xfrm>
            <a:off x="305980" y="3303833"/>
            <a:ext cx="4086132" cy="219936"/>
            <a:chOff x="315951" y="3029315"/>
            <a:chExt cx="2627400" cy="218689"/>
          </a:xfrm>
        </p:grpSpPr>
        <p:cxnSp>
          <p:nvCxnSpPr>
            <p:cNvPr id="1797" name="Google Shape;1797;p156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98" name="Google Shape;1798;p156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9" name="Google Shape;1799;p156"/>
          <p:cNvGrpSpPr/>
          <p:nvPr/>
        </p:nvGrpSpPr>
        <p:grpSpPr>
          <a:xfrm>
            <a:off x="305980" y="3883782"/>
            <a:ext cx="4086132" cy="219936"/>
            <a:chOff x="315951" y="3029315"/>
            <a:chExt cx="2627400" cy="218689"/>
          </a:xfrm>
        </p:grpSpPr>
        <p:cxnSp>
          <p:nvCxnSpPr>
            <p:cNvPr id="1800" name="Google Shape;1800;p156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1" name="Google Shape;1801;p156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57" descr="Ein Bild, das Person, Menschliches Gesicht, Gebäude, Kleidung enthält.  Automatisch generierte Beschreibung"/>
          <p:cNvPicPr preferRelativeResize="0"/>
          <p:nvPr/>
        </p:nvPicPr>
        <p:blipFill rotWithShape="1">
          <a:blip r:embed="rId3">
            <a:alphaModFix/>
          </a:blip>
          <a:srcRect l="18008" t="23031" b="5023"/>
          <a:stretch/>
        </p:blipFill>
        <p:spPr>
          <a:xfrm>
            <a:off x="0" y="1"/>
            <a:ext cx="39062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57"/>
          <p:cNvSpPr txBox="1">
            <a:spLocks noGrp="1"/>
          </p:cNvSpPr>
          <p:nvPr>
            <p:ph type="title"/>
          </p:nvPr>
        </p:nvSpPr>
        <p:spPr>
          <a:xfrm>
            <a:off x="4572000" y="277728"/>
            <a:ext cx="34998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Some text with an image</a:t>
            </a:r>
            <a:endParaRPr/>
          </a:p>
        </p:txBody>
      </p:sp>
      <p:grpSp>
        <p:nvGrpSpPr>
          <p:cNvPr id="1808" name="Google Shape;1808;p157"/>
          <p:cNvGrpSpPr/>
          <p:nvPr/>
        </p:nvGrpSpPr>
        <p:grpSpPr>
          <a:xfrm>
            <a:off x="4572000" y="1563852"/>
            <a:ext cx="4265613" cy="219949"/>
            <a:chOff x="315951" y="3029315"/>
            <a:chExt cx="2627300" cy="218712"/>
          </a:xfrm>
        </p:grpSpPr>
        <p:cxnSp>
          <p:nvCxnSpPr>
            <p:cNvPr id="1809" name="Google Shape;1809;p157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10" name="Google Shape;1810;p157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1" name="Google Shape;1811;p157"/>
          <p:cNvGrpSpPr/>
          <p:nvPr/>
        </p:nvGrpSpPr>
        <p:grpSpPr>
          <a:xfrm>
            <a:off x="4572000" y="2143801"/>
            <a:ext cx="4265613" cy="219949"/>
            <a:chOff x="315951" y="3029315"/>
            <a:chExt cx="2627300" cy="218712"/>
          </a:xfrm>
        </p:grpSpPr>
        <p:cxnSp>
          <p:nvCxnSpPr>
            <p:cNvPr id="1812" name="Google Shape;1812;p157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13" name="Google Shape;1813;p157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4" name="Google Shape;1814;p157"/>
          <p:cNvGrpSpPr/>
          <p:nvPr/>
        </p:nvGrpSpPr>
        <p:grpSpPr>
          <a:xfrm>
            <a:off x="4572000" y="2723750"/>
            <a:ext cx="4265613" cy="219949"/>
            <a:chOff x="315951" y="3029315"/>
            <a:chExt cx="2627300" cy="218712"/>
          </a:xfrm>
        </p:grpSpPr>
        <p:cxnSp>
          <p:nvCxnSpPr>
            <p:cNvPr id="1815" name="Google Shape;1815;p157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16" name="Google Shape;1816;p157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7" name="Google Shape;1817;p157"/>
          <p:cNvGrpSpPr/>
          <p:nvPr/>
        </p:nvGrpSpPr>
        <p:grpSpPr>
          <a:xfrm>
            <a:off x="4572000" y="3303699"/>
            <a:ext cx="4265613" cy="219949"/>
            <a:chOff x="315951" y="3029315"/>
            <a:chExt cx="2627300" cy="218712"/>
          </a:xfrm>
        </p:grpSpPr>
        <p:cxnSp>
          <p:nvCxnSpPr>
            <p:cNvPr id="1818" name="Google Shape;1818;p157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19" name="Google Shape;1819;p157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20" name="Google Shape;1820;p157"/>
          <p:cNvGrpSpPr/>
          <p:nvPr/>
        </p:nvGrpSpPr>
        <p:grpSpPr>
          <a:xfrm>
            <a:off x="4572000" y="3883648"/>
            <a:ext cx="4265613" cy="219949"/>
            <a:chOff x="315951" y="3029315"/>
            <a:chExt cx="2627300" cy="218712"/>
          </a:xfrm>
        </p:grpSpPr>
        <p:cxnSp>
          <p:nvCxnSpPr>
            <p:cNvPr id="1821" name="Google Shape;1821;p157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22" name="Google Shape;1822;p157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23" name="Google Shape;1823;p157"/>
          <p:cNvGrpSpPr/>
          <p:nvPr/>
        </p:nvGrpSpPr>
        <p:grpSpPr>
          <a:xfrm>
            <a:off x="2963849" y="1061889"/>
            <a:ext cx="1451458" cy="1289936"/>
            <a:chOff x="4590431" y="1060450"/>
            <a:chExt cx="1451458" cy="1289936"/>
          </a:xfrm>
        </p:grpSpPr>
        <p:sp>
          <p:nvSpPr>
            <p:cNvPr id="1824" name="Google Shape;1824;p157"/>
            <p:cNvSpPr/>
            <p:nvPr/>
          </p:nvSpPr>
          <p:spPr>
            <a:xfrm>
              <a:off x="4751953" y="1060450"/>
              <a:ext cx="1289936" cy="1289936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Right click me and choose a different picture!</a:t>
              </a:r>
              <a:endParaRPr/>
            </a:p>
          </p:txBody>
        </p:sp>
        <p:sp>
          <p:nvSpPr>
            <p:cNvPr id="1825" name="Google Shape;1825;p157"/>
            <p:cNvSpPr/>
            <p:nvPr/>
          </p:nvSpPr>
          <p:spPr>
            <a:xfrm rot="-5400000" flipH="1">
              <a:off x="4509670" y="1961515"/>
              <a:ext cx="323044" cy="161522"/>
            </a:xfrm>
            <a:prstGeom prst="triangle">
              <a:avLst>
                <a:gd name="adj" fmla="val 1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62"/>
          <p:cNvSpPr txBox="1"/>
          <p:nvPr/>
        </p:nvSpPr>
        <p:spPr>
          <a:xfrm>
            <a:off x="306388" y="1186755"/>
            <a:ext cx="85311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</a:t>
            </a:r>
            <a:r>
              <a:rPr lang="en" sz="6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 a really big</a:t>
            </a:r>
            <a:r>
              <a:rPr lang="en" sz="6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 state</a:t>
            </a:r>
            <a:r>
              <a:rPr lang="en" sz="6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</a:t>
            </a:r>
            <a:r>
              <a:rPr lang="en" sz="6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nt. </a:t>
            </a:r>
            <a:r>
              <a:rPr lang="en" sz="6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It is </a:t>
            </a:r>
            <a:br>
              <a:rPr lang="en" sz="6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6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very</a:t>
            </a:r>
            <a:r>
              <a:rPr lang="en" sz="6000" b="1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 </a:t>
            </a:r>
            <a:r>
              <a:rPr lang="en" sz="6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important.</a:t>
            </a:r>
            <a:endParaRPr sz="60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63"/>
          <p:cNvSpPr txBox="1"/>
          <p:nvPr/>
        </p:nvSpPr>
        <p:spPr>
          <a:xfrm>
            <a:off x="306388" y="1186755"/>
            <a:ext cx="853122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 xml:space="preserve">This is a really 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big statement. 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 xml:space="preserve">It is </a:t>
            </a:r>
            <a:b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very 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>important.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66"/>
          <p:cNvSpPr txBox="1">
            <a:spLocks noGrp="1"/>
          </p:cNvSpPr>
          <p:nvPr>
            <p:ph type="title"/>
          </p:nvPr>
        </p:nvSpPr>
        <p:spPr>
          <a:xfrm>
            <a:off x="306388" y="2017752"/>
            <a:ext cx="85312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“Digital transformation projects are over budget and behind schedule.”</a:t>
            </a:r>
            <a:endParaRPr/>
          </a:p>
        </p:txBody>
      </p:sp>
      <p:pic>
        <p:nvPicPr>
          <p:cNvPr id="1906" name="Google Shape;1906;p166" descr="Ein Bild, das Zeichnung enthält.  Automatisch generierte Beschreibu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6505" y="3547171"/>
            <a:ext cx="1170988" cy="270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169"/>
          <p:cNvSpPr txBox="1"/>
          <p:nvPr/>
        </p:nvSpPr>
        <p:spPr>
          <a:xfrm>
            <a:off x="1745675" y="1365854"/>
            <a:ext cx="18364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Effective</a:t>
            </a:r>
            <a:endParaRPr/>
          </a:p>
        </p:txBody>
      </p:sp>
      <p:sp>
        <p:nvSpPr>
          <p:cNvPr id="1982" name="Google Shape;1982;p169"/>
          <p:cNvSpPr txBox="1"/>
          <p:nvPr/>
        </p:nvSpPr>
        <p:spPr>
          <a:xfrm>
            <a:off x="5337281" y="1365854"/>
            <a:ext cx="189450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3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Efficient</a:t>
            </a:r>
            <a:endParaRPr sz="32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83" name="Google Shape;1983;p169"/>
          <p:cNvSpPr/>
          <p:nvPr/>
        </p:nvSpPr>
        <p:spPr>
          <a:xfrm>
            <a:off x="854425" y="2350929"/>
            <a:ext cx="2418420" cy="382306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72000" rIns="108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</a:t>
            </a:r>
            <a:endParaRPr/>
          </a:p>
        </p:txBody>
      </p:sp>
      <p:sp>
        <p:nvSpPr>
          <p:cNvPr id="1984" name="Google Shape;1984;p169"/>
          <p:cNvSpPr/>
          <p:nvPr/>
        </p:nvSpPr>
        <p:spPr>
          <a:xfrm>
            <a:off x="5710707" y="2350929"/>
            <a:ext cx="2418420" cy="382306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72000" rIns="108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Operational</a:t>
            </a:r>
            <a:endParaRPr/>
          </a:p>
        </p:txBody>
      </p:sp>
      <p:sp>
        <p:nvSpPr>
          <p:cNvPr id="1985" name="Google Shape;1985;p169"/>
          <p:cNvSpPr/>
          <p:nvPr/>
        </p:nvSpPr>
        <p:spPr>
          <a:xfrm>
            <a:off x="3659208" y="2350929"/>
            <a:ext cx="1545247" cy="38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Doing the </a:t>
            </a:r>
            <a:br>
              <a:rPr lang="en"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right thing</a:t>
            </a:r>
            <a:endParaRPr/>
          </a:p>
        </p:txBody>
      </p:sp>
      <p:sp>
        <p:nvSpPr>
          <p:cNvPr id="1986" name="Google Shape;1986;p169"/>
          <p:cNvSpPr/>
          <p:nvPr/>
        </p:nvSpPr>
        <p:spPr>
          <a:xfrm>
            <a:off x="1074860" y="3701690"/>
            <a:ext cx="197755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But are you fast and </a:t>
            </a:r>
            <a:b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enough?</a:t>
            </a:r>
            <a:endParaRPr/>
          </a:p>
        </p:txBody>
      </p:sp>
      <p:sp>
        <p:nvSpPr>
          <p:cNvPr id="1987" name="Google Shape;1987;p169"/>
          <p:cNvSpPr/>
          <p:nvPr/>
        </p:nvSpPr>
        <p:spPr>
          <a:xfrm>
            <a:off x="5931142" y="3701690"/>
            <a:ext cx="197755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are your actions leading</a:t>
            </a:r>
            <a:b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long-term success?</a:t>
            </a:r>
            <a:endParaRPr/>
          </a:p>
        </p:txBody>
      </p:sp>
      <p:sp>
        <p:nvSpPr>
          <p:cNvPr id="1988" name="Google Shape;1988;p169"/>
          <p:cNvSpPr/>
          <p:nvPr/>
        </p:nvSpPr>
        <p:spPr>
          <a:xfrm>
            <a:off x="656748" y="2039898"/>
            <a:ext cx="2903947" cy="3103602"/>
          </a:xfrm>
          <a:custGeom>
            <a:avLst/>
            <a:gdLst/>
            <a:ahLst/>
            <a:cxnLst/>
            <a:rect l="l" t="t" r="r" b="b"/>
            <a:pathLst>
              <a:path w="3468914" h="3759200" extrusionOk="0">
                <a:moveTo>
                  <a:pt x="3468914" y="3759200"/>
                </a:moveTo>
                <a:lnTo>
                  <a:pt x="3468914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169"/>
          <p:cNvSpPr/>
          <p:nvPr/>
        </p:nvSpPr>
        <p:spPr>
          <a:xfrm flipH="1">
            <a:off x="5337281" y="2039898"/>
            <a:ext cx="2903947" cy="3103602"/>
          </a:xfrm>
          <a:custGeom>
            <a:avLst/>
            <a:gdLst/>
            <a:ahLst/>
            <a:cxnLst/>
            <a:rect l="l" t="t" r="r" b="b"/>
            <a:pathLst>
              <a:path w="3468914" h="3759200" extrusionOk="0">
                <a:moveTo>
                  <a:pt x="3468914" y="3759200"/>
                </a:moveTo>
                <a:lnTo>
                  <a:pt x="3468914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0" name="Google Shape;1990;p169"/>
          <p:cNvGrpSpPr/>
          <p:nvPr/>
        </p:nvGrpSpPr>
        <p:grpSpPr>
          <a:xfrm>
            <a:off x="3468617" y="2350929"/>
            <a:ext cx="163533" cy="382306"/>
            <a:chOff x="3478928" y="2350929"/>
            <a:chExt cx="163533" cy="382306"/>
          </a:xfrm>
        </p:grpSpPr>
        <p:sp>
          <p:nvSpPr>
            <p:cNvPr id="1991" name="Google Shape;1991;p169"/>
            <p:cNvSpPr/>
            <p:nvPr/>
          </p:nvSpPr>
          <p:spPr>
            <a:xfrm>
              <a:off x="3478928" y="2350929"/>
              <a:ext cx="163533" cy="3823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169" descr="Caretzeichen nach oben Silhouette"/>
            <p:cNvSpPr/>
            <p:nvPr/>
          </p:nvSpPr>
          <p:spPr>
            <a:xfrm rot="-5400000">
              <a:off x="3442747" y="2484414"/>
              <a:ext cx="219074" cy="115336"/>
            </a:xfrm>
            <a:custGeom>
              <a:avLst/>
              <a:gdLst/>
              <a:ahLst/>
              <a:cxnLst/>
              <a:rect l="l" t="t" r="r" b="b"/>
              <a:pathLst>
                <a:path w="508768" h="267852" extrusionOk="0">
                  <a:moveTo>
                    <a:pt x="0" y="254384"/>
                  </a:moveTo>
                  <a:lnTo>
                    <a:pt x="13468" y="267853"/>
                  </a:lnTo>
                  <a:lnTo>
                    <a:pt x="254384" y="26937"/>
                  </a:lnTo>
                  <a:lnTo>
                    <a:pt x="495300" y="267853"/>
                  </a:lnTo>
                  <a:lnTo>
                    <a:pt x="508768" y="254384"/>
                  </a:lnTo>
                  <a:lnTo>
                    <a:pt x="254384" y="0"/>
                  </a:lnTo>
                  <a:lnTo>
                    <a:pt x="0" y="254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169"/>
          <p:cNvGrpSpPr/>
          <p:nvPr/>
        </p:nvGrpSpPr>
        <p:grpSpPr>
          <a:xfrm>
            <a:off x="5255515" y="2350929"/>
            <a:ext cx="163533" cy="382306"/>
            <a:chOff x="5255515" y="2350929"/>
            <a:chExt cx="163533" cy="382306"/>
          </a:xfrm>
        </p:grpSpPr>
        <p:sp>
          <p:nvSpPr>
            <p:cNvPr id="1994" name="Google Shape;1994;p169"/>
            <p:cNvSpPr/>
            <p:nvPr/>
          </p:nvSpPr>
          <p:spPr>
            <a:xfrm>
              <a:off x="5255515" y="2350929"/>
              <a:ext cx="163533" cy="3823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08000" tIns="72000" rIns="108000" bIns="72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169" descr="Caretzeichen nach oben Silhouette"/>
            <p:cNvSpPr/>
            <p:nvPr/>
          </p:nvSpPr>
          <p:spPr>
            <a:xfrm rot="5400000" flipH="1">
              <a:off x="5234352" y="2484414"/>
              <a:ext cx="219074" cy="115336"/>
            </a:xfrm>
            <a:custGeom>
              <a:avLst/>
              <a:gdLst/>
              <a:ahLst/>
              <a:cxnLst/>
              <a:rect l="l" t="t" r="r" b="b"/>
              <a:pathLst>
                <a:path w="508768" h="267852" extrusionOk="0">
                  <a:moveTo>
                    <a:pt x="0" y="254384"/>
                  </a:moveTo>
                  <a:lnTo>
                    <a:pt x="13468" y="267853"/>
                  </a:lnTo>
                  <a:lnTo>
                    <a:pt x="254384" y="26937"/>
                  </a:lnTo>
                  <a:lnTo>
                    <a:pt x="495300" y="267853"/>
                  </a:lnTo>
                  <a:lnTo>
                    <a:pt x="508768" y="254384"/>
                  </a:lnTo>
                  <a:lnTo>
                    <a:pt x="254384" y="0"/>
                  </a:lnTo>
                  <a:lnTo>
                    <a:pt x="0" y="254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96" name="Google Shape;1996;p169"/>
          <p:cNvCxnSpPr>
            <a:stCxn id="1983" idx="2"/>
            <a:endCxn id="1986" idx="0"/>
          </p:cNvCxnSpPr>
          <p:nvPr/>
        </p:nvCxnSpPr>
        <p:spPr>
          <a:xfrm>
            <a:off x="2063635" y="2733235"/>
            <a:ext cx="0" cy="96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7" name="Google Shape;1997;p169"/>
          <p:cNvCxnSpPr/>
          <p:nvPr/>
        </p:nvCxnSpPr>
        <p:spPr>
          <a:xfrm>
            <a:off x="6919917" y="2733235"/>
            <a:ext cx="0" cy="100480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8" name="Google Shape;1998;p169"/>
          <p:cNvSpPr/>
          <p:nvPr/>
        </p:nvSpPr>
        <p:spPr>
          <a:xfrm>
            <a:off x="1074860" y="3045398"/>
            <a:ext cx="1977550" cy="380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You are </a:t>
            </a:r>
            <a:r>
              <a:rPr lang="en" sz="1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working towards </a:t>
            </a:r>
            <a:b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right goal.</a:t>
            </a:r>
            <a:endParaRPr/>
          </a:p>
        </p:txBody>
      </p:sp>
      <p:sp>
        <p:nvSpPr>
          <p:cNvPr id="1999" name="Google Shape;1999;p169"/>
          <p:cNvSpPr/>
          <p:nvPr/>
        </p:nvSpPr>
        <p:spPr>
          <a:xfrm>
            <a:off x="5931142" y="3045398"/>
            <a:ext cx="1977550" cy="380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You are </a:t>
            </a:r>
            <a:r>
              <a:rPr lang="en" sz="10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not wasting </a:t>
            </a: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any time, </a:t>
            </a:r>
            <a:b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resources or money.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217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4565</Words>
  <Application>Microsoft Macintosh PowerPoint</Application>
  <PresentationFormat>On-screen Show (16:9)</PresentationFormat>
  <Paragraphs>997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Poppins SemiBold</vt:lpstr>
      <vt:lpstr>Arial</vt:lpstr>
      <vt:lpstr>Poppins</vt:lpstr>
      <vt:lpstr>Calibri</vt:lpstr>
      <vt:lpstr>Simple Light</vt:lpstr>
      <vt:lpstr>Celonis Template 2024</vt:lpstr>
      <vt:lpstr>Celonis Template 2024</vt:lpstr>
      <vt:lpstr>I am your Celonis presentation master.</vt:lpstr>
      <vt:lpstr>PowerPoint Presentation</vt:lpstr>
      <vt:lpstr>First, let’s start with some basics Font – “Poppins”</vt:lpstr>
      <vt:lpstr>PowerPoint Presentation</vt:lpstr>
      <vt:lpstr>PowerPoint Presentation</vt:lpstr>
      <vt:lpstr>Generally, please use  color sparingly.</vt:lpstr>
      <vt:lpstr>Logos</vt:lpstr>
      <vt:lpstr>Logos Need to change a graphic to all black or white? No problemo!</vt:lpstr>
      <vt:lpstr>Be Bold, be disruptive! But please don‘t scream at the audience</vt:lpstr>
      <vt:lpstr>PowerPoint Presentation</vt:lpstr>
      <vt:lpstr>Or breakout and only use  some really big text</vt:lpstr>
      <vt:lpstr>But please:</vt:lpstr>
      <vt:lpstr>Use these cover slides</vt:lpstr>
      <vt:lpstr>This is a template.  Presentation title goes here. </vt:lpstr>
      <vt:lpstr>PowerPoint Presentation</vt:lpstr>
      <vt:lpstr>This is an agenda</vt:lpstr>
      <vt:lpstr>This is an agenda</vt:lpstr>
      <vt:lpstr>PowerPoint Presentation</vt:lpstr>
      <vt:lpstr>A fancy agenda</vt:lpstr>
      <vt:lpstr>A beautiful timeline</vt:lpstr>
      <vt:lpstr>Another beautiful timeline</vt:lpstr>
      <vt:lpstr>Content Slides White</vt:lpstr>
      <vt:lpstr>The team</vt:lpstr>
      <vt:lpstr>This is a headline for a two-column layout</vt:lpstr>
      <vt:lpstr>This is a headline for a three-column layout</vt:lpstr>
      <vt:lpstr>This is a headline for a four-column layout</vt:lpstr>
      <vt:lpstr>This is a headline for a four-column layout</vt:lpstr>
      <vt:lpstr>Some text with an image</vt:lpstr>
      <vt:lpstr>Some text with an image</vt:lpstr>
      <vt:lpstr>Some text with an image</vt:lpstr>
      <vt:lpstr>PowerPoint Presentation</vt:lpstr>
      <vt:lpstr>Separator Slides  White</vt:lpstr>
      <vt:lpstr>PowerPoint Presentation</vt:lpstr>
      <vt:lpstr>PowerPoint Presentation</vt:lpstr>
      <vt:lpstr>PowerPoint Presentation</vt:lpstr>
      <vt:lpstr>PowerPoint Presentation</vt:lpstr>
      <vt:lpstr>“Digital transformation projects are over budget and behind schedule.”</vt:lpstr>
      <vt:lpstr>This is a headline</vt:lpstr>
      <vt:lpstr>Diagram example</vt:lpstr>
      <vt:lpstr>PowerPoint Presentation</vt:lpstr>
      <vt:lpstr>PowerPoint Presentation</vt:lpstr>
      <vt:lpstr>Slides with devices White</vt:lpstr>
      <vt:lpstr>This is a headline</vt:lpstr>
      <vt:lpstr>This is a headline </vt:lpstr>
      <vt:lpstr>This is a headline</vt:lpstr>
      <vt:lpstr>This is a headline</vt:lpstr>
      <vt:lpstr>Thank you.</vt:lpstr>
      <vt:lpstr>This is the sample layout</vt:lpstr>
      <vt:lpstr>This is the sample layout</vt:lpstr>
      <vt:lpstr>This is the sample layout</vt:lpstr>
      <vt:lpstr>This is the sample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Please insert your title here Subtitle</vt:lpstr>
      <vt:lpstr>Please insert your title here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Please insert your title here Subtitle</vt:lpstr>
      <vt:lpstr>PowerPoint Presentation</vt:lpstr>
      <vt:lpstr>Please insert your title here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Xxx</vt:lpstr>
      <vt:lpstr>PowerPoint Presentation</vt:lpstr>
      <vt:lpstr>Xxx Xxx</vt:lpstr>
      <vt:lpstr>Quick bullet on  customer objective</vt:lpstr>
      <vt:lpstr>Quick bullet on  customer objective</vt:lpstr>
      <vt:lpstr>Quick bullet on  customer objective</vt:lpstr>
      <vt:lpstr>Timeline variants for copy-paste</vt:lpstr>
      <vt:lpstr>The multi-year journey  (3-step variant)</vt:lpstr>
      <vt:lpstr>The multi-year journey  (4-step variant)</vt:lpstr>
      <vt:lpstr>The multi-year journey  (5-step variant)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Moritz Moeller</cp:lastModifiedBy>
  <cp:revision>1</cp:revision>
  <dcterms:modified xsi:type="dcterms:W3CDTF">2026-03-14T21:53:32Z</dcterms:modified>
</cp:coreProperties>
</file>